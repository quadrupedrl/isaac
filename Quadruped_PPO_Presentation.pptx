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Quadruped Navigation using PPO and LiDAR in Unmapped Environments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4-Month Technical Progress Report</a:t>
            </a:r>
          </a:p>
          <a:p>
            <a:r>
              <a:t>Presented by [Your Name], R&amp;D Engineer</a:t>
            </a:r>
          </a:p>
          <a:p>
            <a:r>
              <a:t>Date: [Insert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Introduction &amp; Motivation</a:t>
            </a:r>
          </a:p>
          <a:p>
            <a:pPr/>
            <a:r>
              <a:t>2. Reinforcement Learning Basics</a:t>
            </a:r>
          </a:p>
          <a:p>
            <a:pPr/>
            <a:r>
              <a:t>3. Why PPO for Quadruped Navigation?</a:t>
            </a:r>
          </a:p>
          <a:p>
            <a:pPr/>
            <a:r>
              <a:t>4. PPO Math &amp; Stability</a:t>
            </a:r>
          </a:p>
          <a:p>
            <a:pPr/>
            <a:r>
              <a:t>5. Quadruped State, Action, Reward</a:t>
            </a:r>
          </a:p>
          <a:p>
            <a:pPr/>
            <a:r>
              <a:t>6. LiDAR Preprocessing</a:t>
            </a:r>
          </a:p>
          <a:p>
            <a:pPr/>
            <a:r>
              <a:t>7. PPO Network Design</a:t>
            </a:r>
          </a:p>
          <a:p>
            <a:pPr/>
            <a:r>
              <a:t>8. Training &amp; Results</a:t>
            </a:r>
          </a:p>
          <a:p>
            <a:pPr/>
            <a:r>
              <a:t>9. Challenges</a:t>
            </a:r>
          </a:p>
          <a:p>
            <a:pPr/>
            <a:r>
              <a:t>10. Future Work</a:t>
            </a:r>
          </a:p>
          <a:p>
            <a:pPr/>
            <a:r>
              <a:t>11.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Quadrupeds are suited for unstructured terrain.</a:t>
            </a:r>
          </a:p>
          <a:p>
            <a:pPr/>
            <a:r>
              <a:t>Applications: search &amp; rescue, logistics, military.</a:t>
            </a:r>
          </a:p>
          <a:p>
            <a:pPr/>
            <a:r>
              <a:t>Challenge: Navigate dynamic unmapped environments.</a:t>
            </a:r>
          </a:p>
          <a:p>
            <a:pPr/>
            <a:r>
              <a:t>Solution: Use RL with LiDAR (no pre-mapping).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Agent: Quadruped robot</a:t>
            </a:r>
          </a:p>
          <a:p>
            <a:pPr/>
            <a:r>
              <a:t>Environment: Unknown terrain</a:t>
            </a:r>
          </a:p>
          <a:p>
            <a:pPr/>
            <a:r>
              <a:t>State: LiDAR, velocity, orientation, goal vector</a:t>
            </a:r>
          </a:p>
          <a:p>
            <a:pPr/>
            <a:r>
              <a:t>Action: Discrete velocity commands</a:t>
            </a:r>
          </a:p>
          <a:p>
            <a:pPr/>
            <a:r>
              <a:t>Reward: Goal proximity, collision avoidance</a:t>
            </a:r>
          </a:p>
          <a:p>
            <a:pPr/>
            <a:r>
              <a:t>Goal: Learn optimal navigation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PPO for Quadruped Navigation?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Compared DQN, DDPG, TRPO, SAC</a:t>
            </a:r>
          </a:p>
          <a:p>
            <a:pPr/>
            <a:r>
              <a:t>PPO: stable policy updates using clipped loss</a:t>
            </a:r>
          </a:p>
          <a:p>
            <a:pPr/>
            <a:r>
              <a:t>Efficient training with good generalization</a:t>
            </a:r>
          </a:p>
          <a:p>
            <a:pPr/>
            <a:r>
              <a:t>Less sensitive to hyperparameters than TRPO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PPO Math &amp;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Policy Loss: L^CLIP(θ) = E[min(r_t*A_t, clip(r_t, 1-ε,1+ε)*A_t)]</a:t>
            </a:r>
          </a:p>
          <a:p>
            <a:pPr/>
            <a:r>
              <a:t>Value Loss: L^V(θ) = 0.5 * (V(s_t) - R_t)^2</a:t>
            </a:r>
          </a:p>
          <a:p>
            <a:pPr/>
            <a:r>
              <a:t>Clipping ensures stable policy updates</a:t>
            </a:r>
          </a:p>
          <a:p>
            <a:pPr/>
            <a:r>
              <a:t>Advantage estimation improves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Quadruped State &amp; Action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s_t = {x_t, p_t, v_{t-1}, θ_t, α_t}</a:t>
            </a:r>
          </a:p>
          <a:p>
            <a:pPr/>
            <a:r>
              <a:t>x_t: LiDAR scan, p_t: target vector</a:t>
            </a:r>
          </a:p>
          <a:p>
            <a:pPr/>
            <a:r>
              <a:t>v_{t-1}: previous velocity, θ_t: yaw, α_t: angle to goal</a:t>
            </a:r>
          </a:p>
          <a:p>
            <a:pPr/>
            <a:r>
              <a:t>Action: 7 discrete velocity/rotation choices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LiDAR Preprocessing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Method 1: 720 points → 120 sectors + one-hot orientation → 240D</a:t>
            </a:r>
          </a:p>
          <a:p>
            <a:pPr/>
            <a:r>
              <a:t>Method 2: 30 points → min of 10 groups → 10D</a:t>
            </a:r>
          </a:p>
          <a:p>
            <a:pPr/>
            <a:r>
              <a:t>Trade-off: Method 1 = high precision, Method 2 = faster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PPO Network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Input: State vector (LiDAR + pose)</a:t>
            </a:r>
          </a:p>
          <a:p>
            <a:pPr/>
            <a:r>
              <a:t>Hidden: Dense(1024 → 512 → 256)</a:t>
            </a:r>
          </a:p>
          <a:p>
            <a:pPr/>
            <a:r>
              <a:t>Actor: 7 discrete velocity outputs</a:t>
            </a:r>
          </a:p>
          <a:p>
            <a:pPr/>
            <a:r>
              <a:t>Critic: State value estimate V(s)</a:t>
            </a:r>
          </a:p>
          <a:p>
            <a:pPr/>
            <a:r>
              <a:t>Both share initial feature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Randomized obstacles and goal placements</a:t>
            </a:r>
          </a:p>
          <a:p>
            <a:pPr/>
            <a:r>
              <a:t>Curriculum learning: easy → complex</a:t>
            </a:r>
          </a:p>
          <a:p>
            <a:pPr/>
            <a:r>
              <a:t>Use PPO loss + value loss + entropy</a:t>
            </a:r>
          </a:p>
          <a:p>
            <a:pPr/>
            <a:r>
              <a:t>Metrics: reward, collisions, path efficiency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 Function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R_total = α·R_goal + β·R_obstacle + γ·R_progress + δ·R_orientation</a:t>
            </a:r>
          </a:p>
          <a:p>
            <a:pPr/>
            <a:r>
              <a:t>Negative distance to goal → approach reward</a:t>
            </a:r>
          </a:p>
          <a:p>
            <a:pPr/>
            <a:r>
              <a:t>Penalty for obstacles → safer paths</a:t>
            </a:r>
          </a:p>
          <a:p>
            <a:pPr/>
            <a:r>
              <a:t>Cosine orientation reward → alignment with goal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 Rate: 87.3%</a:t>
            </a:r>
          </a:p>
          <a:p>
            <a:pPr/>
            <a:r>
              <a:t>Collision Rate: 2.1%</a:t>
            </a:r>
          </a:p>
          <a:p>
            <a:pPr/>
            <a:r>
              <a:t>Path Efficiency: 1.34 (vs optimal)</a:t>
            </a:r>
          </a:p>
          <a:p>
            <a:pPr/>
            <a:r>
              <a:t>Response Time: 23ms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Exploration vs Exploitation → entropy bonus</a:t>
            </a:r>
          </a:p>
          <a:p>
            <a:pPr/>
            <a:r>
              <a:t>Sample Efficiency → domain randomization</a:t>
            </a:r>
          </a:p>
          <a:p>
            <a:pPr/>
            <a:r>
              <a:t>Partial Observability → LSTM, state history</a:t>
            </a:r>
          </a:p>
          <a:p>
            <a:pPr/>
            <a:r>
              <a:t>Dynamic Obstacles → adaptive policies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Real-world deployment trials</a:t>
            </a:r>
          </a:p>
          <a:p>
            <a:pPr/>
            <a:r>
              <a:t>Add semantic input: cameras</a:t>
            </a:r>
          </a:p>
          <a:p>
            <a:pPr/>
            <a:r>
              <a:t>Hierarchical planning layers</a:t>
            </a:r>
          </a:p>
          <a:p>
            <a:pPr/>
            <a:r>
              <a:t>Transfer learning to new terrains</a:t>
            </a:r>
          </a:p>
          <a:p>
            <a:pPr/>
            <a:r>
              <a:t>Multi-agent coordination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Mapless PPO navigation successful</a:t>
            </a:r>
          </a:p>
          <a:p>
            <a:pPr/>
            <a:r>
              <a:t>Streamlined method achieves 87% success</a:t>
            </a:r>
          </a:p>
          <a:p>
            <a:pPr/>
            <a:r>
              <a:t>Real-time capable: 23ms decision latency</a:t>
            </a:r>
          </a:p>
          <a:p>
            <a:pPr/>
            <a:r>
              <a:t>Applications: rescue, logistics, defense</a:t>
            </a:r>
          </a:p>
          <a:p>
            <a:pPr/>
            <a:r>
              <a:t>Recommendation: Proceed to prototyping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Thank you!</a:t>
            </a:r>
          </a:p>
          <a:p>
            <a:pPr/>
            <a:r>
              <a:t>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